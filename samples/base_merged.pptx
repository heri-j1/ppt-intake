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4" r:id="rId15"/>
    <p:sldId id="265" r:id="rId16"/>
    <p:sldId id="266" r:id="rId17"/>
    <p:sldId id="263" r:id="rId14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E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0000" y="252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/>
              </a:rPr>
              <a:t>2025 年度经营汇报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3960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FD3EE"/>
                </a:solidFill>
                <a:latin typeface="微软雅黑"/>
              </a:rPr>
              <a:t>市场与竞争格局分析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540000"/>
            <a:ext cx="36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7457E"/>
                </a:solidFill>
                <a:latin typeface="微软雅黑"/>
              </a:rP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60000" y="1800000"/>
            <a:ext cx="9000000" cy="3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微软雅黑"/>
              </a:rPr>
              <a:t>01 市场概览</a:t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微软雅黑"/>
              </a:rPr>
              <a:t>02 竞争格局</a:t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微软雅黑"/>
              </a:rPr>
              <a:t>03 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2160000"/>
            <a:ext cx="288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17457E"/>
                </a:solidFill>
                <a:latin typeface="微软雅黑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80000" y="2700000"/>
            <a:ext cx="54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333333"/>
                </a:solidFill>
                <a:latin typeface="微软雅黑"/>
              </a:rPr>
              <a:t>市场概览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540000"/>
            <a:ext cx="72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7457E"/>
                </a:solidFill>
                <a:latin typeface="微软雅黑"/>
              </a:rPr>
              <a:t>市场概览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60000" y="1800000"/>
            <a:ext cx="936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微软雅黑"/>
              </a:rPr>
              <a:t>市场规模 1.35 亿元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微软雅黑"/>
              </a:rPr>
              <a:t>同比增速 18%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微软雅黑"/>
              </a:rPr>
              <a:t>华东区域占比 40%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540000"/>
            <a:ext cx="72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7457E"/>
                </a:solidFill>
                <a:latin typeface="微软雅黑"/>
              </a:rPr>
              <a:t>市场份额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40000" y="1800000"/>
            <a:ext cx="432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17457E"/>
                </a:solidFill>
                <a:latin typeface="微软雅黑"/>
              </a:rPr>
              <a:t>20%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0000" y="3960000"/>
            <a:ext cx="64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微软雅黑"/>
              </a:rPr>
              <a:t>我们的市场份额（2025）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4860000"/>
            <a:ext cx="6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微软雅黑"/>
              </a:rPr>
              <a:t>数据来源：年度审计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2160000"/>
            <a:ext cx="288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17457E"/>
                </a:solidFill>
                <a:latin typeface="微软雅黑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80000" y="2700000"/>
            <a:ext cx="54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333333"/>
                </a:solidFill>
                <a:latin typeface="微软雅黑"/>
              </a:rPr>
              <a:t>竞争格局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540000"/>
            <a:ext cx="72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7457E"/>
                </a:solidFill>
                <a:latin typeface="微软雅黑"/>
              </a:rPr>
              <a:t>产品与竞品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60000" y="1800000"/>
            <a:ext cx="504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微软雅黑"/>
              </a:rPr>
              <a:t>旗舰产品 X1 系列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微软雅黑"/>
              </a:rPr>
              <a:t>竞品 A 售价 99 元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微软雅黑"/>
              </a:rPr>
              <a:t>渠道以直营为主</a:t>
            </a:r>
          </a:p>
        </p:txBody>
      </p:sp>
      <p:pic>
        <p:nvPicPr>
          <p:cNvPr id="4" name="Picture 3" descr="base_p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0" y="1800000"/>
            <a:ext cx="4320000" cy="324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2160000"/>
            <a:ext cx="1008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7457E"/>
                </a:solidFill>
                <a:latin typeface="微软雅黑"/>
              </a:rP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0000" y="4320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  <a:latin typeface="微软雅黑"/>
              </a:rPr>
              <a:t>contact@example.com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540000"/>
            <a:ext cx="72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7457E"/>
                </a:solidFill>
                <a:latin typeface="微软雅黑"/>
              </a:rPr>
              <a:t>渠道结构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60000" y="1800000"/>
            <a:ext cx="504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微软雅黑"/>
              </a:rPr>
              <a:t>渠道结构如下图所示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微软雅黑"/>
              </a:rPr>
              <a:t>（引自第三方报告）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微软雅黑"/>
              </a:rPr>
              <a:t/>
            </a:r>
          </a:p>
        </p:txBody>
      </p:sp>
      <p:pic>
        <p:nvPicPr>
          <p:cNvPr id="4" name="Picture 3" descr="base_p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0000" y="1800000"/>
            <a:ext cx="4320000" cy="324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540000"/>
            <a:ext cx="72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7457E"/>
                </a:solidFill>
                <a:latin typeface="微软雅黑"/>
              </a:rPr>
              <a:t>竞品概览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60000" y="1800000"/>
            <a:ext cx="936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微软雅黑"/>
              </a:rPr>
              <a:t>竞品 B：120 元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微软雅黑"/>
              </a:rPr>
              <a:t>竞品 C：75 元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微软雅黑"/>
              </a:rPr>
              <a:t>份额 9% 与 6%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540000"/>
            <a:ext cx="72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7457E"/>
                </a:solidFill>
                <a:latin typeface="微软雅黑"/>
              </a:rPr>
              <a:t>政策风险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60000" y="1800000"/>
            <a:ext cx="936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微软雅黑"/>
              </a:rPr>
              <a:t>新版能效标准 2026Q2 实施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微软雅黑"/>
              </a:rPr>
              <a:t>补贴政策退坡 30%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微软雅黑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