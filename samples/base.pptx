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E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252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2025 年度经营汇报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96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FD3EE"/>
                </a:solidFill>
                <a:latin typeface="微软雅黑"/>
              </a:rPr>
              <a:t>市场与竞争格局分析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54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457E"/>
                </a:solidFill>
                <a:latin typeface="微软雅黑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0000" y="1800000"/>
            <a:ext cx="900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微软雅黑"/>
              </a:rPr>
              <a:t>01 市场概览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微软雅黑"/>
              </a:rPr>
              <a:t>02 竞争格局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微软雅黑"/>
              </a:rPr>
              <a:t>03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160000"/>
            <a:ext cx="288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7457E"/>
                </a:solidFill>
                <a:latin typeface="微软雅黑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000" y="2700000"/>
            <a:ext cx="54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微软雅黑"/>
              </a:rPr>
              <a:t>市场概览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54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457E"/>
                </a:solidFill>
                <a:latin typeface="微软雅黑"/>
              </a:rPr>
              <a:t>市场概览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0000" y="1800000"/>
            <a:ext cx="936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微软雅黑"/>
              </a:rPr>
              <a:t>市场规模 1.2 亿元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微软雅黑"/>
              </a:rPr>
              <a:t>同比增速 15%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微软雅黑"/>
              </a:rPr>
              <a:t>华东区域占比 40%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54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457E"/>
                </a:solidFill>
                <a:latin typeface="微软雅黑"/>
              </a:rPr>
              <a:t>市场份额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0000" y="1800000"/>
            <a:ext cx="43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7457E"/>
                </a:solidFill>
                <a:latin typeface="微软雅黑"/>
              </a:rPr>
              <a:t>18%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3960000"/>
            <a:ext cx="64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微软雅黑"/>
              </a:rPr>
              <a:t>我们的市场份额（2025）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4860000"/>
            <a:ext cx="6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微软雅黑"/>
              </a:rPr>
              <a:t>数据来源：年度审计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160000"/>
            <a:ext cx="288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7457E"/>
                </a:solidFill>
                <a:latin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000" y="2700000"/>
            <a:ext cx="54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微软雅黑"/>
              </a:rPr>
              <a:t>竞争格局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54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457E"/>
                </a:solidFill>
                <a:latin typeface="微软雅黑"/>
              </a:rPr>
              <a:t>产品与竞品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0000" y="1800000"/>
            <a:ext cx="504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微软雅黑"/>
              </a:rPr>
              <a:t>旗舰产品 X1 系列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微软雅黑"/>
              </a:rPr>
              <a:t>竞品 A 售价 99 元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微软雅黑"/>
              </a:rPr>
              <a:t>渠道以直营为主</a:t>
            </a:r>
          </a:p>
        </p:txBody>
      </p:sp>
      <p:pic>
        <p:nvPicPr>
          <p:cNvPr id="4" name="Picture 3" descr="base_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0" y="1800000"/>
            <a:ext cx="4320000" cy="324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160000"/>
            <a:ext cx="1008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7457E"/>
                </a:solidFill>
                <a:latin typeface="微软雅黑"/>
              </a:rP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432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微软雅黑"/>
              </a:rPr>
              <a:t>contact@example.com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