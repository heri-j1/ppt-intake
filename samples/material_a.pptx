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宋体"/>
              </a:rPr>
              <a:t>XX 行业市场洞察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88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Third-Party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宋体"/>
              </a:rPr>
              <a:t>最新市场数据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72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宋体"/>
              </a:rPr>
              <a:t>市场规模 1.35 亿元（2025 实绩）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宋体"/>
              </a:rPr>
              <a:t>同比增速 18%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宋体"/>
              </a:rPr>
              <a:t>行业前二合计份额 45%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宋体"/>
              </a:rPr>
              <a:t>主要竞品对比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440000"/>
          <a:ext cx="72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400000"/>
                <a:gridCol w="2400000"/>
              </a:tblGrid>
              <a:tr h="9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宋体"/>
                        </a:rPr>
                        <a:t>竞品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宋体"/>
                        </a:rPr>
                        <a:t>售价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宋体"/>
                        </a:rPr>
                        <a:t>份额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竞品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89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12%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竞品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120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9%</a:t>
                      </a:r>
                    </a:p>
                  </a:txBody>
                  <a:tcPr/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竞品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75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宋体"/>
                        </a:rPr>
                        <a:t>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宋体"/>
              </a:rPr>
              <a:t>渠道结构</a:t>
            </a:r>
          </a:p>
        </p:txBody>
      </p:sp>
      <p:pic>
        <p:nvPicPr>
          <p:cNvPr id="3" name="Picture 2" descr="material_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0" y="1440000"/>
            <a:ext cx="504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0000"/>
                </a:solidFill>
                <a:latin typeface="宋体"/>
              </a:rPr>
              <a:t>政策风险提示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72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宋体"/>
              </a:rPr>
              <a:t>新版能效标准 2026Q2 实施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宋体"/>
              </a:rPr>
              <a:t>补贴政策退坡 30%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44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00000"/>
                </a:solidFill>
                <a:latin typeface="Arial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